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629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153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hyperlink" Target="https://react.dev/" TargetMode="Externa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.mysql.com/doc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s://expressjs.com/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hyperlink" Target="https://nodejs.org/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23137" y="169387"/>
            <a:ext cx="840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IN" sz="3600" dirty="0" err="1"/>
              <a:t>AgroSelf</a:t>
            </a:r>
            <a:r>
              <a:rPr lang="en-IN" sz="3600" dirty="0"/>
              <a:t> – Agriculture &amp; </a:t>
            </a:r>
            <a:r>
              <a:rPr lang="en-IN" sz="3600" dirty="0" err="1"/>
              <a:t>AgriTech</a:t>
            </a:r>
            <a:r>
              <a:rPr lang="en-IN" sz="3600" dirty="0"/>
              <a:t> Farmer Self-Service App</a:t>
            </a:r>
          </a:p>
          <a:p>
            <a:pPr>
              <a:spcAft>
                <a:spcPts val="400"/>
              </a:spcAft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[11]  |  Section: [S - 1  |  Members: [V.G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Shanmukhasai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2520030341.], [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M.Vignesh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2520030065], [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M.Krishna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Vamshi Yadav – 2520030344.]  |  Guide: [Dr. M.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Purushotham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89763" y="192024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100" dirty="0" err="1"/>
              <a:t>AgroSelf</a:t>
            </a:r>
            <a:r>
              <a:rPr lang="en-IN" sz="1100" dirty="0"/>
              <a:t> is a web-based Agriculture and </a:t>
            </a:r>
            <a:r>
              <a:rPr lang="en-IN" sz="1100" dirty="0" err="1"/>
              <a:t>AgriTech</a:t>
            </a:r>
            <a:r>
              <a:rPr lang="en-IN" sz="1100" dirty="0"/>
              <a:t> Farmer Self-Service Application designed to help farmers manage crop records, irrigation schedules, and farming activities digitally. The platform provides weather insights, farm management tools, and real-time information to support better agricultural decision-making. By integrating modern web technologies</a:t>
            </a:r>
            <a:r>
              <a:rPr lang="en-IN" sz="1600" dirty="0"/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55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b="1" dirty="0"/>
              <a:t>Problem:</a:t>
            </a:r>
            <a:r>
              <a:rPr lang="en-IN" sz="1200" dirty="0"/>
              <a:t> Farmers often rely on manual record-keeping and traditional farming methods, resulting in poor crop monitoring, inefficient irrigation management, and limited access to real-time agricultural information.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Objective 1:</a:t>
            </a:r>
            <a:r>
              <a:rPr lang="en-IN" sz="1200" dirty="0"/>
              <a:t> Develop a centralized digital platform for managing farming activities.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Objective 2:</a:t>
            </a:r>
            <a:r>
              <a:rPr lang="en-IN" sz="1200" dirty="0"/>
              <a:t> Provide crop tracking, irrigation scheduling, and weather monitoring features.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Objective 3:</a:t>
            </a:r>
            <a:r>
              <a:rPr lang="en-IN" sz="1200" dirty="0"/>
              <a:t> Improve agricultural productivity and decision-making through technology.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617720" cy="24460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3]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[Feature 4]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[Limitation / Gap]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we solve it]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[Required skills, tools and platform availability]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[Cost – open-source stack, free-tier hosting]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[User acceptance, ease of use, maintenance]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[Completion within the semester timeline]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600" dirty="0"/>
              <a:t>• </a:t>
            </a:r>
            <a:r>
              <a:rPr lang="en-IN" sz="1600" b="1" dirty="0"/>
              <a:t>Front-End:</a:t>
            </a:r>
            <a:r>
              <a:rPr lang="en-IN" sz="1600" dirty="0"/>
              <a:t> React.js, HTML5, CSS3, JavaScript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Back-End:</a:t>
            </a:r>
            <a:r>
              <a:rPr lang="en-IN" sz="1600" dirty="0"/>
              <a:t> Node.js, Express.js, REST APIs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Database:</a:t>
            </a:r>
            <a:r>
              <a:rPr lang="en-IN" sz="1600" dirty="0"/>
              <a:t> MySQL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External Services:</a:t>
            </a:r>
            <a:r>
              <a:rPr lang="en-IN" sz="1600" dirty="0"/>
              <a:t> Weather API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Tools:</a:t>
            </a:r>
            <a:r>
              <a:rPr lang="en-IN" sz="1600" dirty="0"/>
              <a:t> Git, GitHub, Postman, VS Code, Draw.io, </a:t>
            </a:r>
            <a:r>
              <a:rPr lang="en-IN" sz="1600" dirty="0" err="1"/>
              <a:t>Vercel</a:t>
            </a:r>
            <a:endParaRPr lang="en-IN" sz="1600" dirty="0"/>
          </a:p>
          <a:p>
            <a:r>
              <a:rPr lang="en-IN" sz="1600" dirty="0"/>
              <a:t>• </a:t>
            </a:r>
            <a:r>
              <a:rPr lang="en-IN" sz="1600" b="1" dirty="0"/>
              <a:t>Version Control:</a:t>
            </a:r>
            <a:r>
              <a:rPr lang="en-IN" sz="1600" dirty="0"/>
              <a:t> Git &amp; GitHub</a:t>
            </a:r>
          </a:p>
          <a:p>
            <a:r>
              <a:rPr lang="en-IN" sz="1600" dirty="0"/>
              <a:t>• </a:t>
            </a:r>
            <a:r>
              <a:rPr lang="en-IN" sz="1600" b="1" dirty="0"/>
              <a:t>Deployment Platform:</a:t>
            </a:r>
            <a:r>
              <a:rPr lang="en-IN" sz="1600" dirty="0"/>
              <a:t> </a:t>
            </a:r>
            <a:r>
              <a:rPr lang="en-IN" sz="1600" dirty="0" err="1"/>
              <a:t>Vercel</a:t>
            </a:r>
            <a:r>
              <a:rPr lang="en-IN" sz="1600" dirty="0"/>
              <a:t> Cloud Hosting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outcomes / test results]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[CRUD, validation, performance]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was achieved]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meets the objectives]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1]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[Enhancement 2]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15405" y="1466536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</a:t>
            </a:r>
            <a:r>
              <a:rPr lang="en-IN" sz="1100" dirty="0"/>
              <a:t>1 React.js Documentation – </a:t>
            </a:r>
            <a:r>
              <a:rPr lang="en-IN" sz="1100" dirty="0">
                <a:hlinkClick r:id="rId3"/>
              </a:rPr>
              <a:t>https://react.dev</a:t>
            </a:r>
            <a:r>
              <a:rPr lang="en-IN" sz="1100" dirty="0"/>
              <a:t> </a:t>
            </a:r>
          </a:p>
          <a:p>
            <a:r>
              <a:rPr lang="en-IN" sz="1100" dirty="0"/>
              <a:t>2 Node.js Documentation – </a:t>
            </a:r>
            <a:r>
              <a:rPr lang="en-IN" sz="1100" dirty="0">
                <a:hlinkClick r:id="rId4"/>
              </a:rPr>
              <a:t>https://nodejs.org</a:t>
            </a:r>
            <a:endParaRPr lang="en-IN" sz="1100" dirty="0"/>
          </a:p>
          <a:p>
            <a:r>
              <a:rPr lang="en-IN" sz="1100" dirty="0"/>
              <a:t>[3] Express.js Documentation – </a:t>
            </a:r>
            <a:r>
              <a:rPr lang="en-IN" sz="1100" dirty="0">
                <a:hlinkClick r:id="rId5"/>
              </a:rPr>
              <a:t>https://expressjs.com</a:t>
            </a:r>
            <a:endParaRPr lang="en-IN" sz="1100" dirty="0"/>
          </a:p>
          <a:p>
            <a:r>
              <a:rPr lang="en-IN" sz="1100" dirty="0"/>
              <a:t>[4] MySQL Documentation – </a:t>
            </a:r>
            <a:r>
              <a:rPr lang="en-IN" sz="1100" dirty="0">
                <a:hlinkClick r:id="rId6"/>
              </a:rPr>
              <a:t>https://dev.mysql.com/doc</a:t>
            </a:r>
            <a:endParaRPr lang="en-IN" sz="1100" dirty="0"/>
          </a:p>
          <a:p>
            <a:endParaRPr lang="en-IN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3AD9600-818E-9CD2-27BB-AB89E8A003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4114" y="4480560"/>
            <a:ext cx="4935232" cy="28346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6A1FDC9-570C-A353-CC90-52EBF7A45F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63" y="7398307"/>
            <a:ext cx="5015183" cy="257165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E435AF0-D577-A24C-542E-DCE8A4B26A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461" y="6309360"/>
            <a:ext cx="4875335" cy="301752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72A65A8-E59B-B135-8939-2078D2AB76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253" y="9453280"/>
            <a:ext cx="4889486" cy="301752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594C810E-570E-914F-875B-1D27F2D65E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4711" y="10538459"/>
            <a:ext cx="2215769" cy="178308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40E3959-4C8C-6E29-60A6-BB15272DC6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1274" y="10524826"/>
            <a:ext cx="2216277" cy="176712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FE510BE-270F-F7DE-7C24-5DB4436EC1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5405" y="12524277"/>
            <a:ext cx="10103941" cy="191215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B6E132C-9039-4A64-0BCC-5505CEE7586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4465" y="14395792"/>
            <a:ext cx="822960" cy="7426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004B9143-D4E9-3373-43BC-4F6E9E2C8F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816" y="1909153"/>
            <a:ext cx="4888923" cy="1683710"/>
          </a:xfrm>
          <a:prstGeom prst="rect">
            <a:avLst/>
          </a:prstGeom>
        </p:spPr>
      </p:pic>
      <p:pic>
        <p:nvPicPr>
          <p:cNvPr id="64" name="Picture 63" descr="MAPS &amp; DIRECTIONS - Best Private University in Telangana &amp; Andhra Pradesh |  KLH Hyderabad">
            <a:extLst>
              <a:ext uri="{FF2B5EF4-FFF2-40B4-BE49-F238E27FC236}">
                <a16:creationId xmlns:a16="http://schemas.microsoft.com/office/drawing/2014/main" id="{B598F458-D25C-5444-EC6A-8075E50E966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903" y="-111915"/>
            <a:ext cx="2265234" cy="1683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510</Words>
  <Application>Microsoft Office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Shannu Varanasi</cp:lastModifiedBy>
  <cp:revision>2</cp:revision>
  <dcterms:created xsi:type="dcterms:W3CDTF">2026-09-28T08:11:17Z</dcterms:created>
  <dcterms:modified xsi:type="dcterms:W3CDTF">2026-10-02T12:15:44Z</dcterms:modified>
</cp:coreProperties>
</file>